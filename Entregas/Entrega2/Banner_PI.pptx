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28" y="-8058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BR"/>
          </a:p>
        </p:txBody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webp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8" y="-2081"/>
            <a:ext cx="28800000" cy="43216942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3" y="2347288"/>
            <a:ext cx="28837158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Luan Rocha da Silva; Lucas Alves Bernardo; Gustavo Henrique da Silva Santos; Gustavo Roberto Melo da Silva;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551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r>
              <a:rPr lang="pt-BR" sz="3733" dirty="0"/>
              <a:t> </a:t>
            </a:r>
            <a:r>
              <a:rPr lang="pt-BR" sz="2666" dirty="0"/>
              <a:t>	 </a:t>
            </a:r>
            <a:r>
              <a:rPr lang="pt-BR" sz="2400" dirty="0"/>
              <a:t>A equipe </a:t>
            </a:r>
            <a:r>
              <a:rPr lang="pt-BR" sz="2400" b="1" dirty="0"/>
              <a:t>TiaClick</a:t>
            </a:r>
            <a:r>
              <a:rPr lang="pt-BR" sz="2400" dirty="0"/>
              <a:t> é composta por quatro integrantes dedicados e comprometidos em todas as etapas do desenvolvimento do projeto.</a:t>
            </a:r>
            <a:br>
              <a:rPr lang="pt-BR" sz="2400" dirty="0"/>
            </a:br>
            <a:r>
              <a:rPr lang="pt-BR" sz="2400" dirty="0"/>
              <a:t>Todos os membros </a:t>
            </a:r>
            <a:r>
              <a:rPr lang="pt-BR" sz="2400" b="1" dirty="0"/>
              <a:t> Gustavo Henrique</a:t>
            </a:r>
            <a:r>
              <a:rPr lang="pt-BR" sz="2400" dirty="0"/>
              <a:t>, </a:t>
            </a:r>
            <a:r>
              <a:rPr lang="pt-BR" sz="2400" b="1" dirty="0"/>
              <a:t>Luan</a:t>
            </a:r>
            <a:r>
              <a:rPr lang="pt-BR" sz="2400" dirty="0"/>
              <a:t>, </a:t>
            </a:r>
            <a:r>
              <a:rPr lang="pt-BR" sz="2400" b="1" dirty="0"/>
              <a:t>Lucas Alvez</a:t>
            </a:r>
            <a:r>
              <a:rPr lang="pt-BR" sz="2400" dirty="0"/>
              <a:t> e </a:t>
            </a:r>
            <a:r>
              <a:rPr lang="pt-BR" sz="2400" b="1" dirty="0"/>
              <a:t>Gustavo</a:t>
            </a:r>
            <a:r>
              <a:rPr lang="pt-BR" sz="2400" dirty="0"/>
              <a:t> </a:t>
            </a:r>
            <a:r>
              <a:rPr lang="pt-BR" sz="2400" b="1" dirty="0"/>
              <a:t>Roberto</a:t>
            </a:r>
            <a:r>
              <a:rPr lang="pt-BR" sz="2400" dirty="0"/>
              <a:t>  participaram de forma colaborativa em </a:t>
            </a:r>
            <a:r>
              <a:rPr lang="pt-BR" sz="2400" b="1" dirty="0"/>
              <a:t>todas as fases</a:t>
            </a:r>
            <a:r>
              <a:rPr lang="pt-BR" sz="2400" dirty="0"/>
              <a:t>, desde o planejamento, design e prototipagem até o desenvolvimento e testes do sistema.</a:t>
            </a:r>
          </a:p>
          <a:p>
            <a:r>
              <a:rPr lang="pt-BR" sz="2400" dirty="0"/>
              <a:t>	Durante o processo, </a:t>
            </a:r>
            <a:r>
              <a:rPr lang="pt-BR" sz="2400" b="1" dirty="0"/>
              <a:t>Henrique</a:t>
            </a:r>
            <a:r>
              <a:rPr lang="pt-BR" sz="2400" dirty="0"/>
              <a:t> e </a:t>
            </a:r>
            <a:r>
              <a:rPr lang="pt-BR" sz="2400" b="1" dirty="0"/>
              <a:t>Luan</a:t>
            </a:r>
            <a:r>
              <a:rPr lang="pt-BR" sz="2400" dirty="0"/>
              <a:t> se destacaram na criação da interface e experiência do usuário, enquanto </a:t>
            </a:r>
            <a:r>
              <a:rPr lang="pt-BR" sz="2400" b="1" dirty="0"/>
              <a:t>Lucas</a:t>
            </a:r>
            <a:r>
              <a:rPr lang="pt-BR" sz="2400" dirty="0"/>
              <a:t> e </a:t>
            </a:r>
            <a:r>
              <a:rPr lang="pt-BR" sz="2400" b="1" dirty="0"/>
              <a:t>Roberto</a:t>
            </a:r>
            <a:r>
              <a:rPr lang="pt-BR" sz="2400" dirty="0"/>
              <a:t> atuaram com maior foco na estrutura do banco de dados, integração do </a:t>
            </a:r>
            <a:r>
              <a:rPr lang="pt-BR" sz="2400" dirty="0" err="1"/>
              <a:t>back-end</a:t>
            </a:r>
            <a:r>
              <a:rPr lang="pt-BR" sz="2400" dirty="0"/>
              <a:t> e autenticação.</a:t>
            </a:r>
            <a:br>
              <a:rPr lang="pt-BR" sz="2400" dirty="0"/>
            </a:br>
            <a:r>
              <a:rPr lang="pt-BR" sz="2400" dirty="0"/>
              <a:t>A constante troca de conhecimento entre os integrantes garantiu um resultado coeso, funcional e com uma identidade visual bem definida.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226237"/>
            <a:ext cx="27924315" cy="1274962"/>
          </a:xfrm>
        </p:spPr>
        <p:txBody>
          <a:bodyPr/>
          <a:lstStyle/>
          <a:p>
            <a:pPr eaLnBrk="1" hangingPunct="1"/>
            <a:r>
              <a:rPr lang="pt-BR" sz="5866" b="1" dirty="0"/>
              <a:t>TiaClick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-185424"/>
            <a:ext cx="25809904" cy="18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7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O principal problema enfrentado pelos alunos e pela administração da cantina é </a:t>
            </a:r>
            <a:r>
              <a:rPr lang="pt-BR" sz="2400" b="1" dirty="0"/>
              <a:t> </a:t>
            </a:r>
            <a:r>
              <a:rPr lang="pt-BR" sz="2400" dirty="0"/>
              <a:t>o</a:t>
            </a:r>
            <a:r>
              <a:rPr lang="pt-BR" sz="2400" b="1" dirty="0"/>
              <a:t> acumulo de filas longas, a demora no atendimento e a dificuldade no controle de pedidos e pagamentos. 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Essas questões geram perda de tempo, insatisfação dos clientes e falta de eficiência no gerenciamento dos produtos e vendas. Além disso, o modelo tradicional de atendimento não acompanha as demandas atuais por digitalização e pagamento online, dificultando a experiencia do usuário e a organização do serviço.</a:t>
            </a: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359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O TiaClick propõe uma solução digital completa, permitindo que os usuários façam seus pedidos antecipadamente pelo aplicativo e realizem o pagamento online, eliminando a necessidade de esperar na fila. 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O sistema conta com um cardápio digital interativo, que exibe os produtos disponíveis, preços e promoções em tempo real. No lado da administração, o TiaClick oferece controle de pedidos e histórico de vendas, proporcionando mais organização e agilidade no atendimento, além de reduzir erros manuais e melhorar a experiencia geral na cantina.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422315"/>
            <a:ext cx="29592614" cy="989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latinLnBrk="0"/>
            <a:r>
              <a:rPr lang="pt-BR" sz="2666" b="1" kern="0" dirty="0"/>
              <a:t>Professores: </a:t>
            </a:r>
            <a:r>
              <a:rPr lang="pt-BR" sz="2650" b="1" dirty="0"/>
              <a:t>Aimar Martins Lopes, Francisco de Souza Escobar, </a:t>
            </a:r>
            <a:br>
              <a:rPr lang="pt-BR" sz="9600" dirty="0"/>
            </a:br>
            <a:r>
              <a:rPr lang="pt-BR" sz="2650" b="1" dirty="0"/>
              <a:t>Jefferson de Oliveira Silva, Rodrigo da Rosa</a:t>
            </a:r>
          </a:p>
          <a:p>
            <a:endParaRPr lang="pt-BR" sz="2650" b="1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endParaRPr lang="pt-BR" sz="2400" dirty="0"/>
          </a:p>
          <a:p>
            <a:r>
              <a:rPr lang="pt-BR" sz="2400" dirty="0"/>
              <a:t>O </a:t>
            </a:r>
            <a:r>
              <a:rPr lang="pt-BR" sz="2400" dirty="0" err="1"/>
              <a:t>TiaClick</a:t>
            </a:r>
            <a:r>
              <a:rPr lang="pt-BR" sz="2400" dirty="0"/>
              <a:t> pretende evoluir para uma </a:t>
            </a:r>
            <a:r>
              <a:rPr lang="pt-BR" sz="2400" b="1" dirty="0"/>
              <a:t>plataforma completa de gestão de cantinas</a:t>
            </a:r>
            <a:r>
              <a:rPr lang="pt-BR" sz="2400" dirty="0"/>
              <a:t>, com recursos como </a:t>
            </a:r>
            <a:r>
              <a:rPr lang="pt-BR" sz="2400" b="1" dirty="0"/>
              <a:t>controle de estoque</a:t>
            </a:r>
            <a:r>
              <a:rPr lang="pt-BR" sz="2400" dirty="0"/>
              <a:t>, </a:t>
            </a:r>
            <a:r>
              <a:rPr lang="pt-BR" sz="2400" b="1" dirty="0"/>
              <a:t>relatórios automáticos de vendas</a:t>
            </a:r>
            <a:r>
              <a:rPr lang="pt-BR" sz="2400" dirty="0"/>
              <a:t> e </a:t>
            </a:r>
            <a:r>
              <a:rPr lang="pt-BR" sz="2400" b="1" dirty="0"/>
              <a:t>integração com programas de fidelidade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Também está nos planos incluir </a:t>
            </a:r>
            <a:r>
              <a:rPr lang="pt-BR" sz="2400" b="1" dirty="0"/>
              <a:t>notificações em tempo real</a:t>
            </a:r>
            <a:r>
              <a:rPr lang="pt-BR" sz="2400" dirty="0"/>
              <a:t>, mostrando o status dos pedidos, além da </a:t>
            </a:r>
            <a:r>
              <a:rPr lang="pt-BR" sz="2400" b="1" dirty="0"/>
              <a:t>integração com carteiras digitais</a:t>
            </a:r>
            <a:r>
              <a:rPr lang="pt-BR" sz="2400" dirty="0"/>
              <a:t> e </a:t>
            </a:r>
            <a:r>
              <a:rPr lang="pt-BR" sz="2400" b="1" dirty="0"/>
              <a:t>descontos estudantis</a:t>
            </a:r>
            <a:r>
              <a:rPr lang="pt-BR" sz="2400" dirty="0"/>
              <a:t>.</a:t>
            </a:r>
          </a:p>
          <a:p>
            <a:r>
              <a:rPr lang="pt-BR" sz="2400" dirty="0"/>
              <a:t>No futuro, queremos tornar o </a:t>
            </a:r>
            <a:r>
              <a:rPr lang="pt-BR" sz="2400" dirty="0" err="1"/>
              <a:t>TiaClick</a:t>
            </a:r>
            <a:r>
              <a:rPr lang="pt-BR" sz="2400" dirty="0"/>
              <a:t> um </a:t>
            </a:r>
            <a:r>
              <a:rPr lang="pt-BR" sz="2400" b="1" dirty="0"/>
              <a:t>aplicativo multiplataforma</a:t>
            </a:r>
            <a:r>
              <a:rPr lang="pt-BR" sz="2400" dirty="0"/>
              <a:t>, acessível em </a:t>
            </a:r>
            <a:r>
              <a:rPr lang="pt-BR" sz="2400" b="1" dirty="0"/>
              <a:t>qualquer dispositivo</a:t>
            </a:r>
            <a:r>
              <a:rPr lang="pt-BR" sz="2400" dirty="0"/>
              <a:t>.</a:t>
            </a:r>
          </a:p>
          <a:p>
            <a:r>
              <a:rPr lang="pt-BR" sz="2400" b="1" dirty="0"/>
              <a:t>Estimativas de investimento:</a:t>
            </a:r>
            <a:endParaRPr lang="pt-BR" sz="2400" dirty="0"/>
          </a:p>
          <a:p>
            <a:r>
              <a:rPr lang="pt-BR" sz="2400" dirty="0"/>
              <a:t>Desenvolvimento inicial (Android + funções básicas): </a:t>
            </a:r>
            <a:r>
              <a:rPr lang="pt-BR" sz="2400" b="1" dirty="0"/>
              <a:t>R$ 20.000</a:t>
            </a:r>
            <a:endParaRPr lang="pt-BR" sz="2400" dirty="0"/>
          </a:p>
          <a:p>
            <a:r>
              <a:rPr lang="pt-BR" sz="2400" dirty="0"/>
              <a:t>Expansão para iOS e Web: </a:t>
            </a:r>
            <a:r>
              <a:rPr lang="pt-BR" sz="2400" b="1" dirty="0"/>
              <a:t>R$ 30.000</a:t>
            </a:r>
            <a:r>
              <a:rPr lang="pt-BR" sz="2400" dirty="0"/>
              <a:t> por plataforma</a:t>
            </a:r>
          </a:p>
          <a:p>
            <a:r>
              <a:rPr lang="pt-BR" sz="2400" dirty="0"/>
              <a:t>Novas funcionalidades (rede social, comentários, etc.): </a:t>
            </a:r>
            <a:r>
              <a:rPr lang="pt-BR" sz="2400" b="1" dirty="0"/>
              <a:t>R$ 10.000 a R$ 20.000</a:t>
            </a:r>
            <a:endParaRPr lang="pt-BR" sz="2400" dirty="0"/>
          </a:p>
          <a:p>
            <a:r>
              <a:rPr lang="pt-BR" sz="2400" dirty="0"/>
              <a:t>Manutenção mensal: </a:t>
            </a:r>
            <a:r>
              <a:rPr lang="pt-BR" sz="2400" b="1" dirty="0"/>
              <a:t>R$ 4.000</a:t>
            </a:r>
            <a:endParaRPr lang="pt-BR" sz="2400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2752" y="13031367"/>
            <a:ext cx="2651482" cy="1369821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80" y="12900525"/>
            <a:ext cx="2252785" cy="168958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3834C26-0030-1457-A520-D13F3DE5D1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4234" y="12238668"/>
            <a:ext cx="4514850" cy="30099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6101D98-D860-CD22-4CE3-C15F734BE0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29" y="12730127"/>
            <a:ext cx="2533488" cy="2533488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19422C37-0AED-C9FC-C99B-51EBEBDF68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497" y="12834333"/>
            <a:ext cx="3574951" cy="2001747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2872E3BE-5D24-94A2-0B9C-ECD95BF1B7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40" y="16461320"/>
            <a:ext cx="3809152" cy="6953875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42706BDE-C541-7F80-C970-191E7AE8AB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468" y="16415743"/>
            <a:ext cx="3809152" cy="7108925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1F18AF28-7C81-C2EE-CB4A-BC1CC8FFD8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932" y="16434535"/>
            <a:ext cx="4813641" cy="7003427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99B5F103-6948-383D-B019-EB3D3C5D1F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4468" y="16343735"/>
            <a:ext cx="4646880" cy="7110000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BF98E723-1C09-133D-2575-664897E975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020" y="16271727"/>
            <a:ext cx="4041553" cy="7106439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A7964760-B29A-053F-3418-4EFCF0CAD0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740" y="24300620"/>
            <a:ext cx="4041552" cy="7272808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2F80E793-0313-C7F7-0B9C-227DB65451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420" y="24230051"/>
            <a:ext cx="4646880" cy="7272808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1066E928-5E7A-298A-B4F2-45976776124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6657" y="23996745"/>
            <a:ext cx="4813641" cy="773942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8D2B5B7D-FAC4-E648-FB7E-A2EF8FAC7D4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2420" y="24048591"/>
            <a:ext cx="5486045" cy="7524837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1AD816F4-DC32-649B-0CA2-EC2D0C3857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7733" y="24048591"/>
            <a:ext cx="4657775" cy="768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1d2798d9-1030-4cc5-be7b-200f9e628651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ca2a57e-8138-4b57-956a-eb6e2c7049cc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859</TotalTime>
  <Words>497</Words>
  <Application>Microsoft Office PowerPoint</Application>
  <PresentationFormat>Personalizar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TiaClick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Ying Yongflango</cp:lastModifiedBy>
  <cp:revision>52</cp:revision>
  <dcterms:created xsi:type="dcterms:W3CDTF">2006-11-04T15:46:42Z</dcterms:created>
  <dcterms:modified xsi:type="dcterms:W3CDTF">2025-11-03T02:38:36Z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